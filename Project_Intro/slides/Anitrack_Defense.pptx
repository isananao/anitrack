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38BDF8"/>
                </a:solidFill>
              </a:defRPr>
            </a:pPr>
            <a:r>
              <a:t>Anitrack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Personal Anime Watchlist &amp; Analytics</a:t>
            </a:r>
          </a:p>
          <a:p>
            <a:pPr algn="ctr">
              <a:spcAft>
                <a:spcPts val="1400"/>
              </a:spcAft>
              <a:defRPr sz="1600">
                <a:solidFill>
                  <a:srgbClr val="94A3B8"/>
                </a:solidFill>
              </a:defRPr>
            </a:pPr>
            <a:r>
              <a:t>Web Technologies I · HSBI · May 2026</a:t>
            </a:r>
          </a:p>
          <a:p>
            <a:pPr algn="ctr">
              <a:spcAft>
                <a:spcPts val="1400"/>
              </a:spcAft>
              <a:defRPr sz="1600">
                <a:solidFill>
                  <a:srgbClr val="94A3B8"/>
                </a:solidFill>
              </a:defRPr>
            </a:pPr>
            <a:r>
              <a:t>[Name 1] · [Name 2] · [Name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Team &amp;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11426"/>
              </p:ext>
            </p:extLst>
          </p:nvPr>
        </p:nvGraphicFramePr>
        <p:xfrm>
          <a:off x="457200" y="1188720"/>
          <a:ext cx="8229600" cy="153619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Main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[Name 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Frontend — Next.js, UI, i18n, responsive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[Name 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Backend — NestJS, MongoDB, Bee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[Name 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API contract, tests, live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Problem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Track anime: Planned → Watching → Completed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Monthly heatmap (GitHub-style)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Seasonal timetable &amp; dashboard picks (local mirror)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API-first full-stack for course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Course requirements 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Content requirements: implemented. Organizational requirements: fulfilled in this presentation.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517803"/>
              </p:ext>
            </p:extLst>
          </p:nvPr>
        </p:nvGraphicFramePr>
        <p:xfrm>
          <a:off x="457200" y="1325880"/>
          <a:ext cx="8229600" cy="26883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Anitrack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NestJS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anitrack-backend :3001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CRUD HTTP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/api/anime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API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 err="1">
                          <a:solidFill>
                            <a:sysClr val="windowText" lastClr="000000"/>
                          </a:solidFill>
                        </a:rPr>
                        <a:t>swagger.json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, /</a:t>
                      </a:r>
                      <a:r>
                        <a:rPr dirty="0" err="1">
                          <a:solidFill>
                            <a:sysClr val="windowText" lastClr="000000"/>
                          </a:solidFill>
                        </a:rPr>
                        <a:t>api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-docs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Jest, Vitest, contract-validator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Thin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Logic in backend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>
                          <a:solidFill>
                            <a:sysClr val="windowText" lastClr="000000"/>
                          </a:solidFill>
                        </a:rPr>
                        <a:t>Responsive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Mobile +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57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Frontend · Backend · MongoDB · Jikan · </a:t>
            </a:r>
            <a:r>
              <a:rPr dirty="0" err="1"/>
              <a:t>Bangumi</a:t>
            </a:r>
            <a:endParaRPr dirty="0"/>
          </a:p>
        </p:txBody>
      </p:sp>
      <p:pic>
        <p:nvPicPr>
          <p:cNvPr id="4" name="Picture 3" descr="tech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059" y="436581"/>
            <a:ext cx="5280671" cy="4270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185855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Bee mirrors Jikan/</a:t>
            </a:r>
            <a:r>
              <a:rPr dirty="0" err="1"/>
              <a:t>Bangumi</a:t>
            </a:r>
            <a:r>
              <a:rPr dirty="0"/>
              <a:t> 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lang="zh-CN" altLang="en-US" dirty="0"/>
              <a:t>↓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MongoDB; client </a:t>
            </a:r>
            <a:endParaRPr lang="en-US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lang="zh-CN" altLang="en-US" dirty="0"/>
              <a:t>↓</a:t>
            </a:r>
            <a:endParaRPr lang="en-US" altLang="zh-CN" dirty="0"/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rPr dirty="0" err="1"/>
              <a:t>NestJS</a:t>
            </a:r>
            <a:r>
              <a:rPr dirty="0"/>
              <a:t> API only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527" y="320040"/>
            <a:ext cx="4778432" cy="4601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API-first &amp; OpenAPI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Swagger UI: http://localhost:3001/api-docs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Contract: anitrack-backend/swagger.json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Same API for UI + script clients (anitrack-tester)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Errors: { error: { code, message, details }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813816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Insert screenshot:</a:t>
            </a:r>
            <a:br/>
            <a:r>
              <a:t>localhost:3001/api-docs</a:t>
            </a:r>
            <a:br/>
            <a:r>
              <a:t>(Project_Intro/screenshots/)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User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rPr dirty="0"/>
              <a:t>Dashboard · Timetable · Library · Profile</a:t>
            </a:r>
          </a:p>
        </p:txBody>
      </p:sp>
      <p:pic>
        <p:nvPicPr>
          <p:cNvPr id="4" name="Picture 3" descr="us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55" y="1371600"/>
            <a:ext cx="7411489" cy="3611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Data flow &amp; caching</a:t>
            </a:r>
          </a:p>
        </p:txBody>
      </p:sp>
      <p:pic>
        <p:nvPicPr>
          <p:cNvPr id="3" name="Picture 2" descr="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143000"/>
            <a:ext cx="5307676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344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Cache-aside AnimeMeta by malId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User progress → AnimeEntry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Bee → AnimeMirror for timetable / seasonal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Backend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State machine → illegal status = HTTP 409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Heatmap aggregation on server (intensity 0–4)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Bee: 65s / 3 requests, Bangumi mapping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No business rules in React 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Unit: heatmap mapping (Vitest)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Integration: API + MongoDB (Jest, Vitest)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Contract: OpenAPI vs runtime (anitrack-tester)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Responsive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Hamburger navigation · date strip ±2 weeks · heatmap scroll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384048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/>
              <a:t>Mobile / narrow</a:t>
            </a:r>
            <a:br>
              <a:rPr dirty="0"/>
            </a:br>
            <a:r>
              <a:rPr dirty="0"/>
              <a:t>(insert screenshot)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00200"/>
            <a:ext cx="3840480" cy="32004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Desktop / wide</a:t>
            </a:r>
            <a:br/>
            <a:r>
              <a:t>(insert screenshot)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1. Dashboard — watching &amp; seasonal picks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2. Library — search → add to watchlist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3. Profile — heatmap → month activity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4. (Optional) Timetable — pick date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Before demo: backend :3001, frontend :3000, UI =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rPr dirty="0"/>
              <a:t>Live Demo</a:t>
            </a:r>
          </a:p>
          <a:p>
            <a:pPr algn="ctr">
              <a:defRPr sz="2200">
                <a:solidFill>
                  <a:srgbClr val="F8FAFC"/>
                </a:solidFill>
              </a:defRPr>
            </a:pPr>
            <a:r>
              <a:rPr dirty="0"/>
              <a:t>http://localhost:3000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rPr dirty="0"/>
              <a:t>(Switch to browser — no further slides during demo)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</a:defRPr>
            </a:pPr>
            <a:r>
              <a:t>Limitations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Timetable air times sometimes TBD (upstream data)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Single user (TEMP_USER_ID) — no auth yet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Future: multi-user,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Course core scope is complete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Thank you for your attention.</a:t>
            </a:r>
          </a:p>
          <a:p>
            <a:pPr algn="ctr">
              <a:defRPr sz="2800">
                <a:solidFill>
                  <a:srgbClr val="38BD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471</Words>
  <Application>Microsoft Office PowerPoint</Application>
  <PresentationFormat>全屏显示(16:9)</PresentationFormat>
  <Paragraphs>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钰润 朱</cp:lastModifiedBy>
  <cp:revision>4</cp:revision>
  <dcterms:created xsi:type="dcterms:W3CDTF">2013-01-27T09:14:16Z</dcterms:created>
  <dcterms:modified xsi:type="dcterms:W3CDTF">2026-05-28T15:34:54Z</dcterms:modified>
  <cp:category/>
</cp:coreProperties>
</file>